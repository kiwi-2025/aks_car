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FF1"/>
    <a:srgbClr val="FAFF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180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425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94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95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214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136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69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168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65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491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186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921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25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1B3586D-1A8C-44E1-AF90-EE9197E6790A}"/>
              </a:ext>
            </a:extLst>
          </p:cNvPr>
          <p:cNvSpPr/>
          <p:nvPr/>
        </p:nvSpPr>
        <p:spPr>
          <a:xfrm rot="5400000">
            <a:off x="4286306" y="3366694"/>
            <a:ext cx="6858002" cy="1246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E01E5A-62C7-4FA5-AEAA-63BD5E3913FE}"/>
              </a:ext>
            </a:extLst>
          </p:cNvPr>
          <p:cNvSpPr/>
          <p:nvPr/>
        </p:nvSpPr>
        <p:spPr>
          <a:xfrm rot="5400000">
            <a:off x="-1238309" y="3366691"/>
            <a:ext cx="6858002" cy="12461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01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5BA05DA-C80C-494A-9506-2A43F67D0D4F}"/>
              </a:ext>
            </a:extLst>
          </p:cNvPr>
          <p:cNvSpPr/>
          <p:nvPr/>
        </p:nvSpPr>
        <p:spPr>
          <a:xfrm>
            <a:off x="-105287" y="-359835"/>
            <a:ext cx="601134" cy="17695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D14B0B0-BE2F-4226-8E37-805BD392F8F7}"/>
              </a:ext>
            </a:extLst>
          </p:cNvPr>
          <p:cNvSpPr/>
          <p:nvPr/>
        </p:nvSpPr>
        <p:spPr>
          <a:xfrm rot="5400000">
            <a:off x="2624232" y="-935570"/>
            <a:ext cx="601134" cy="247226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AB559A7-478F-483A-BA70-5172A50525AF}"/>
              </a:ext>
            </a:extLst>
          </p:cNvPr>
          <p:cNvSpPr/>
          <p:nvPr/>
        </p:nvSpPr>
        <p:spPr>
          <a:xfrm>
            <a:off x="-80116" y="2544231"/>
            <a:ext cx="601134" cy="17695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C790B0B-F966-43BB-8149-D40CC59FE607}"/>
              </a:ext>
            </a:extLst>
          </p:cNvPr>
          <p:cNvSpPr/>
          <p:nvPr/>
        </p:nvSpPr>
        <p:spPr>
          <a:xfrm>
            <a:off x="9268883" y="-550333"/>
            <a:ext cx="1138767" cy="275166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5569993-5B0C-47CE-8E2D-D3C09AD3B741}"/>
              </a:ext>
            </a:extLst>
          </p:cNvPr>
          <p:cNvSpPr/>
          <p:nvPr/>
        </p:nvSpPr>
        <p:spPr>
          <a:xfrm>
            <a:off x="-218783" y="5715001"/>
            <a:ext cx="601134" cy="176953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C03D3C7-6047-469A-91DB-CAEE8B28C0C1}"/>
              </a:ext>
            </a:extLst>
          </p:cNvPr>
          <p:cNvSpPr/>
          <p:nvPr/>
        </p:nvSpPr>
        <p:spPr>
          <a:xfrm rot="5400000">
            <a:off x="6006968" y="-882840"/>
            <a:ext cx="601134" cy="28155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D740546-64C3-4F73-A203-DA95111E0CF1}"/>
              </a:ext>
            </a:extLst>
          </p:cNvPr>
          <p:cNvSpPr/>
          <p:nvPr/>
        </p:nvSpPr>
        <p:spPr>
          <a:xfrm>
            <a:off x="9457266" y="5266267"/>
            <a:ext cx="601134" cy="17695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600100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0</Words>
  <Application>Microsoft Office PowerPoint</Application>
  <PresentationFormat>A4 纸张(210x297 毫米)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</dc:creator>
  <cp:lastModifiedBy>ruisheng pang</cp:lastModifiedBy>
  <cp:revision>6</cp:revision>
  <dcterms:created xsi:type="dcterms:W3CDTF">2023-08-09T12:44:55Z</dcterms:created>
  <dcterms:modified xsi:type="dcterms:W3CDTF">2025-07-08T03:32:40Z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2052-12.1.0.15259</vt:lpwstr>
  </property>
</Properties>
</file>